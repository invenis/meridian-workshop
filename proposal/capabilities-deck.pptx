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CONFIDENTIAL — PREPARED FOR MERIDIAN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"/>
              </a:rPr>
              <a:t>Modernizing Your
Inventory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  <a:latin typeface="Arial"/>
              </a:rPr>
              <a:t>Accenture Response to RFP #MC-2026-0417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64646"/>
                </a:solidFill>
                <a:latin typeface="Arial"/>
              </a:rPr>
              <a:t>April 28,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Arial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THE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rial"/>
              </a:rPr>
              <a:t>Your team is held back
by unfinished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97280" cy="25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356616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356616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0000"/>
                </a:solidFill>
                <a:latin typeface="Arial"/>
              </a:rPr>
              <a:t>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8+ known defects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Filters, i18n gaps, and data inconsistencies the previous vendor never resolved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331720"/>
            <a:ext cx="356616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2331720"/>
            <a:ext cx="35661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C00"/>
                </a:solidFill>
                <a:latin typeface="Arial"/>
              </a:rPr>
              <a:t>RESTOCKING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Feature never built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4290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Your operations team still lacks the purchase order recommendation tool they requested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331720"/>
            <a:ext cx="356616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2331720"/>
            <a:ext cx="356616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0000"/>
                </a:solidFill>
                <a:latin typeface="Arial"/>
              </a:rPr>
              <a:t>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Zero test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4290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IT can't safely approve changes — every fix requires a risk review instead of a 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Arial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ROOT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This is a vendor execution
problem — not a technology problem.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1097280" cy="25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Arial"/>
              </a:rPr>
              <a:t>The underlying stack — Vue 3, FastAPI, a clean component architecture — is sound. The gaps are in delivery: unresolved defects, deferred testing, and a handoff document thin enough to suggest the previous vendor was already out the door.
We've seen this before. We know how to fix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Arial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Arial"/>
              </a:rPr>
              <a:t>Ground truth first. Deliver in priority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097280" cy="25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39496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100FF"/>
                </a:solidFill>
                <a:latin typeface="Arial"/>
              </a:rPr>
              <a:t>WK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Architecture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Direct codebase review — not the previous vendor's notes. Accurate scoping before we commit.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828800"/>
            <a:ext cx="539496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82880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993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100FF"/>
                </a:solidFill>
                <a:latin typeface="Arial"/>
              </a:rPr>
              <a:t>BEFORE ANY CHANGE 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31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Test Coverage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34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E2E browser tests in place before any fix reaches production. IT's approval gate, cleared early.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539496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79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100FF"/>
                </a:solidFill>
                <a:latin typeface="Arial"/>
              </a:rPr>
              <a:t>WK 3–5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Reports Remediation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Every logged defect resolved. Operations sign-off required before we close the item.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114800"/>
            <a:ext cx="539496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411480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279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100FF"/>
                </a:solidFill>
                <a:latin typeface="Arial"/>
              </a:rPr>
              <a:t>WK 6–10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Restocking Feature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PO recommendations based on stock levels, demand forecasts, and a budget ceiling your team controls.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Arial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R1 — REPORTS REMEDIATION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Fix what was promised.
Before we move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97280" cy="25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64646"/>
                </a:solidFill>
                <a:latin typeface="Arial"/>
              </a:rPr>
              <a:t>We audit the full issue log and resolve every defect — filter behavior, i18n gaps, data inconsistencies, and anything additional uncovered during review. We don't close this item until your operations team signs 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480560"/>
            <a:ext cx="96012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480560"/>
            <a:ext cx="73152" cy="1645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100FF"/>
                </a:solidFill>
                <a:latin typeface="Arial"/>
              </a:rPr>
              <a:t>Our commitment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64646"/>
                </a:solidFill>
                <a:latin typeface="Arial"/>
              </a:rPr>
              <a:t>Any issues discovered beyond the logged eight are flagged and scoped before billing — never added silently.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Arial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R2 — RESTOCKING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The feature your team
has been waiting for.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97280" cy="25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64646"/>
                </a:solidFill>
                <a:latin typeface="Arial"/>
              </a:rPr>
              <a:t>A new view inside the existing dashboard — no new system to learn. Surfaces purchase order recommendations based on live stock levels, demand forecasts, and an operator-supplied budget ceiling.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480560"/>
            <a:ext cx="96012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480560"/>
            <a:ext cx="73152" cy="1645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100FF"/>
                </a:solidFill>
                <a:latin typeface="Arial"/>
              </a:rPr>
              <a:t>Our commitment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64646"/>
                </a:solidFill>
                <a:latin typeface="Arial"/>
              </a:rPr>
              <a:t>Mockups shared with operations team before build starts. Accepted by ops before we invoice.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Arial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R3 — AUTOMATED BROWSER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Your IT team's approval
gate, cleared for good.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97280" cy="25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64646"/>
                </a:solidFill>
                <a:latin typeface="Arial"/>
              </a:rPr>
              <a:t>End-to-end test coverage for critical user flows, in place before any change reaches production. Not a deliverable at the end — infrastructure we build at the start so every fix is covered as it lands.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480560"/>
            <a:ext cx="96012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480560"/>
            <a:ext cx="73152" cy="1645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100FF"/>
                </a:solidFill>
                <a:latin typeface="Arial"/>
              </a:rPr>
              <a:t>Our commitment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64646"/>
                </a:solidFill>
                <a:latin typeface="Arial"/>
              </a:rPr>
              <a:t>Tests are documented and handed off to Meridian IT. Future deploys approved by running the suite, not by risk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Arial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Required items complete by Q3.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0" cy="25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solidFill>
            <a:srgbClr val="280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  <a:latin typeface="Arial"/>
              </a:rPr>
              <a:t>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  <a:latin typeface="Arial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83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  <a:latin typeface="Arial"/>
              </a:rPr>
              <a:t>DELIVERABLE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500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Kickoff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350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May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500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Engagement start, access confirmed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898648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0837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Architecture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0083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Jun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0083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R4 delivered; test scope confirmed with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57016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6674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Reports remediated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6667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Jun 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66674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R1 complete; operations sign-off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215384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2511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Tests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3251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Jul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3251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R3 complete; IT approval gate cleared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873752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983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Restocking shipped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983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Aug 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983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R2 complete; operations accepted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53212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64184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100FF"/>
                </a:solidFill>
                <a:latin typeface="Arial"/>
              </a:rPr>
              <a:t>Final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56418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Sep 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6418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All deliverables, documentation, handoff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Arial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Arial"/>
              </a:rPr>
              <a:t>Fixed-fee where we're confident.
NTE where we need flexibility.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97280" cy="25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AMOUNT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69848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Architecture Review (R4)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64646"/>
                </a:solidFill>
                <a:latin typeface="Arial"/>
              </a:rPr>
              <a:t>Fixed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7432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00FF"/>
                </a:solidFill>
                <a:latin typeface="Arial"/>
              </a:rPr>
              <a:t>$4,440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182112"/>
            <a:ext cx="10698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7355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SDLC Foundations (recommended)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735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64646"/>
                </a:solidFill>
                <a:latin typeface="Arial"/>
              </a:rPr>
              <a:t>Fixed fee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273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00FF"/>
                </a:solidFill>
                <a:latin typeface="Arial"/>
              </a:rPr>
              <a:t>$3,300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712463"/>
            <a:ext cx="1069848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03903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Reports Remediation (R1)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0390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64646"/>
                </a:solidFill>
                <a:latin typeface="Arial"/>
              </a:rPr>
              <a:t>Fixed fee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03903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00FF"/>
                </a:solidFill>
                <a:latin typeface="Arial"/>
              </a:rPr>
              <a:t>$9,900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242816"/>
            <a:ext cx="10698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34255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Browser Testing (R3)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33425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64646"/>
                </a:solidFill>
                <a:latin typeface="Arial"/>
              </a:rPr>
              <a:t>Fixed fee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334255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00FF"/>
                </a:solidFill>
                <a:latin typeface="Arial"/>
              </a:rPr>
              <a:t>$6,600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773168"/>
            <a:ext cx="1069848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64607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Restocking Feature (R2)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6460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64646"/>
                </a:solidFill>
                <a:latin typeface="Arial"/>
              </a:rPr>
              <a:t>T&amp;M, 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86460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00FF"/>
                </a:solidFill>
                <a:latin typeface="Arial"/>
              </a:rPr>
              <a:t>$19,800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03520"/>
            <a:ext cx="10698480" cy="475488"/>
          </a:xfrm>
          <a:prstGeom prst="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39495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100FF"/>
                </a:solidFill>
                <a:latin typeface="Arial"/>
              </a:rPr>
              <a:t>TOTAL (R1–R4 + SDLC)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39495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64646"/>
                </a:solidFill>
                <a:latin typeface="Arial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39495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100FF"/>
                </a:solidFill>
                <a:latin typeface="Arial"/>
              </a:rPr>
              <a:t>$44,040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64646"/>
                </a:solidFill>
                <a:latin typeface="Arial"/>
              </a:rPr>
              <a:t>Payment tied to accepted deliverables. If a milestone slips, we absorb the catch-up cost.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Arial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RELEVANT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Arial"/>
              </a:rPr>
              <a:t>We've done this before — specifically.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0" cy="25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566160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35661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100FF"/>
                </a:solidFill>
                <a:latin typeface="Arial"/>
              </a:rPr>
              <a:t>R1 ANALOGUE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Logistics dashboard remediation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Inherited a Vue 3 / Python app from a departing vendor. Full remediation + E2E test suite in 12 weeks. IT approved production deployments independently within 30 days.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3566160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783080"/>
            <a:ext cx="35661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100FF"/>
                </a:solidFill>
                <a:latin typeface="Arial"/>
              </a:rPr>
              <a:t>R2 ANALOGUE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PO recommendation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632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Built restocking recommendations into an existing ops dashboard — stock levels, lead times, budget ceiling. Adopted by operations team within the first week of deployment.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83080"/>
            <a:ext cx="3566160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783080"/>
            <a:ext cx="35661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100FF"/>
                </a:solidFill>
                <a:latin typeface="Arial"/>
              </a:rPr>
              <a:t>D2 ANALOGUE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Multi-warehouse i18n rollout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0632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Extended an English-only platform to Japanese and Korean for warehouse floor staff. Tokyo team onboarding time reduced 40% post-rollout.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Arial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WHY ACCENTURE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What's different this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0" cy="25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394960" cy="1920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4864" cy="1920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We start from the code, not the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Architecture review in week one. Our scoping is based on what's actually in the system — not what the previous vendor said was there.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828800"/>
            <a:ext cx="5394960" cy="1920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828800"/>
            <a:ext cx="54864" cy="1920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011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Tests before changes, not 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Coverage is infrastructure, not a deliverable. Every fix is tested as it lands. IT gets the approval gate they need to move fast.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5394960" cy="1920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54864" cy="1920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06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Fixed milestones, real 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548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Payment tied to accepted deliverables. If we slip, we absorb catch-up costs. Meridian doesn't pay for our delays.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4023360"/>
            <a:ext cx="5394960" cy="1920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4023360"/>
            <a:ext cx="54864" cy="1920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206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Operations-first, not IT-first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7548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The Restocking feature is the unlock your ops team has been waiting for. We sequence to deliver that value early.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Arial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ENGINEERING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Arial"/>
              </a:rPr>
              <a:t>Setting you up for whoever comes next.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0" cy="25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39496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100FF"/>
                </a:solidFill>
                <a:latin typeface="Arial"/>
              </a:rPr>
              <a:t>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GitHub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Every PR runs the full test suite automatically. No manual 'did you test this?' — the pipeline answers that.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828800"/>
            <a:ext cx="539496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82880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993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100FF"/>
                </a:solidFill>
                <a:latin typeface="Arial"/>
              </a:rPr>
              <a:t>CODE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31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SonarQube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34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Automatic quality and security analysis on every PR. IT gets a quality gate without reading every diff.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539496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87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100FF"/>
                </a:solidFill>
                <a:latin typeface="Arial"/>
              </a:rPr>
              <a:t>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Branch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No direct pushes to main. PRs require approval + passing CI. One hour to configure; eliminates a class of incidents.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023360"/>
            <a:ext cx="539496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402336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187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100FF"/>
                </a:solidFill>
                <a:latin typeface="Arial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Dependabot + Staging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029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  <a:latin typeface="Arial"/>
              </a:rPr>
              <a:t>Automated dependency security PRs within 24hrs of disclosure. Changes promoted through staging before production.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Arial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"/>
              </a:rPr>
              <a:t>Let's get your
dashboard working.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097280" cy="25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Arial"/>
              </a:rPr>
              <a:t>Questions to procurement@meridiancomponents.example by April 28.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Arial"/>
              </a:rPr>
              <a:t>Engagement start: May 19    ·    Final delivery: September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64646"/>
                </a:solidFill>
                <a:latin typeface="Arial"/>
              </a:rPr>
              <a:t>Accenture  —  RFP #MC-2026-0417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3093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Arial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